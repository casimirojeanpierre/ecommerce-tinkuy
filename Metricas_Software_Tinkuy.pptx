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070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Software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Ecommerce Tinkuy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0" y="3154680"/>
            <a:ext cx="3657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4206240"/>
            <a:ext cx="19202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4206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9464" y="4206240"/>
            <a:ext cx="19202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9464" y="4206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54296" y="4206240"/>
            <a:ext cx="19202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4206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39128" y="4206240"/>
            <a:ext cx="19202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9128" y="4206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Anidamiento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Fan-in — Funciones más reutilizadas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8503920" cy="2633472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Fan-in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tieneColumnaEstado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 si la tabla "mensajes" tiene columna de 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contarIntentos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intentos de inicio de sesión (seguridad)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validarClave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de contraseña en registro y edición de usuario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de correo en registro y edición de usuario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validarNombre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de nombre/apellido en formularios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434840"/>
            <a:ext cx="850392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44348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Fan-in alto = función muy reutilizada (alta cohesión)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Fan-out — Funciones con mayor dependencia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8503920" cy="2633472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Fan-out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crearUsuario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AdminUsuariosController.php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6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ReportesController.php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6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procesarPago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PaymentController.php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6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procesarAcciones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MensajesController.php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6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send_mail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mailer_config.php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6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4434840"/>
            <a:ext cx="8503920" cy="41148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20040" y="44348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bajo (máximo 5) = sin módulos con dependencias excesivas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Comentarios y Líneas en Blanco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cloc v1.64 — 84 archivos PHP analizados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953114"/>
              </p:ext>
            </p:extLst>
          </p:nvPr>
        </p:nvGraphicFramePr>
        <p:xfrm>
          <a:off x="320040" y="1188720"/>
          <a:ext cx="8503920" cy="22860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Porcentaje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líneas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14,469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fuente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7D52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Comentarios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640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BAJO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Líneas en blanco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6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3840480"/>
            <a:ext cx="4069080" cy="384048"/>
          </a:xfrm>
          <a:prstGeom prst="rect">
            <a:avLst/>
          </a:prstGeom>
          <a:solidFill>
            <a:srgbClr val="FFF3CD"/>
          </a:solidFill>
          <a:ln w="12700">
            <a:solidFill>
              <a:srgbClr val="E8A83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320040" y="38404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comentarios: 10%–20%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3840480"/>
            <a:ext cx="4069080" cy="384048"/>
          </a:xfrm>
          <a:prstGeom prst="rect">
            <a:avLst/>
          </a:prstGeom>
          <a:solidFill>
            <a:srgbClr val="D4EDDA"/>
          </a:solidFill>
          <a:ln w="12700">
            <a:solidFill>
              <a:srgbClr val="2E9E6B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754880" y="38404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6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blancos: 10%–25%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General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868680"/>
            <a:ext cx="2743200" cy="6583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200400" y="8686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664208"/>
            <a:ext cx="457200" cy="438912"/>
          </a:xfrm>
          <a:prstGeom prst="rect">
            <a:avLst/>
          </a:prstGeom>
          <a:solidFill>
            <a:srgbClr val="D4EDDA"/>
          </a:solidFill>
          <a:ln w="12700">
            <a:solidFill>
              <a:srgbClr val="D4EDD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20040" y="166420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664208"/>
            <a:ext cx="7955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Espaciado adecuado — líneas en blanco 10.1%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322576"/>
            <a:ext cx="457200" cy="438912"/>
          </a:xfrm>
          <a:prstGeom prst="rect">
            <a:avLst/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0040" y="23225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D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322576"/>
            <a:ext cx="7955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insuficiente — comentarios 6.5% (mínimo recomendado: 10%)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980944"/>
            <a:ext cx="457200" cy="438912"/>
          </a:xfrm>
          <a:prstGeom prst="rect">
            <a:avLst/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20040" y="298094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D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980944"/>
            <a:ext cx="795528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 de código alta — 83.3% (recomendado máximo: 75%)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4434840"/>
            <a:ext cx="8503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0040" y="44348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Incrementar comentarios en VendedorController.php y AdminProductosController.php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Profundidad de Anidamiento Condicional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máximo recomendado: 3 niveles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8503920" cy="3419856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máx.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AdminProductosController.php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640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REFACTORIZAR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0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VendedorController.php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640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REFACTORIZAR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0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AuthController.php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640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REFACTORIZAR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0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forgot_password.php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640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REFACTORIZAR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0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AdminController.php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640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REFACTORIZAR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0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AdminCuponesController.php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640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REFACTORIZAR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0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AdminUsuariosController.php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640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REFACTORIZAR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0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RegisterController.php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640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REFACTORIZAR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0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UserController.php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640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REFACTORIZAR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0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reset_password.php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640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REFACTORIZAR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0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56C6951-7160-4B19-891D-E4F67BF8B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46017" cy="51435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D0F1C70-618C-4D4F-A02B-1464F1697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017" y="0"/>
            <a:ext cx="471760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83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1475C07-6042-451E-9E73-97D4CCAEDF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916"/>
          <a:stretch/>
        </p:blipFill>
        <p:spPr>
          <a:xfrm>
            <a:off x="0" y="0"/>
            <a:ext cx="4770227" cy="51435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017F1CC-8D53-4B36-BB28-D339BC13AD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0420"/>
          <a:stretch/>
        </p:blipFill>
        <p:spPr>
          <a:xfrm>
            <a:off x="4487903" y="0"/>
            <a:ext cx="471364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277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2780355-D8BF-47FC-B716-4867EB3EA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761"/>
            <a:ext cx="5526638" cy="51435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A180908-0383-4A69-AF1C-E4BD90D92A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05"/>
          <a:stretch/>
        </p:blipFill>
        <p:spPr>
          <a:xfrm>
            <a:off x="3313886" y="2273420"/>
            <a:ext cx="5830114" cy="291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514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4069080" cy="1691640"/>
          </a:xfrm>
          <a:prstGeom prst="rect">
            <a:avLst/>
          </a:prstGeom>
          <a:solidFill>
            <a:srgbClr val="0D3A50"/>
          </a:solidFill>
          <a:ln w="12700">
            <a:solidFill>
              <a:srgbClr val="0D3A5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320040" y="960120"/>
            <a:ext cx="9144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069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tieneColumnaEstado (3) es la función más reutilizada — fan-in máximo bajo, poca reutilización entre módulos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069080" cy="1691640"/>
          </a:xfrm>
          <a:prstGeom prst="rect">
            <a:avLst/>
          </a:prstGeom>
          <a:solidFill>
            <a:srgbClr val="3A1020"/>
          </a:solidFill>
          <a:ln w="12700">
            <a:solidFill>
              <a:srgbClr val="3A102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754880" y="960120"/>
            <a:ext cx="91440" cy="169164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069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máximo de 5 (crearUsuario, generar) — sin módulos con dependencias excesivas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4069080" cy="1691640"/>
          </a:xfrm>
          <a:prstGeom prst="rect">
            <a:avLst/>
          </a:prstGeom>
          <a:solidFill>
            <a:srgbClr val="2E2000"/>
          </a:solidFill>
          <a:ln w="12700">
            <a:solidFill>
              <a:srgbClr val="2E200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20040" y="2834640"/>
            <a:ext cx="91440" cy="16916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29443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333756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 está por debajo del mínimo recomendado del 10%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4069080" cy="1691640"/>
          </a:xfrm>
          <a:prstGeom prst="rect">
            <a:avLst/>
          </a:prstGeom>
          <a:solidFill>
            <a:srgbClr val="3A1020"/>
          </a:solidFill>
          <a:ln w="12700">
            <a:solidFill>
              <a:srgbClr val="3A102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91440" cy="169164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937760" y="29443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Anidamiento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33756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0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de 84 archivos (20%) superan el límite de 3 niveles — máximo 10 en AdminProductosController.php y VendedorController.php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357</Words>
  <Application>Microsoft Office PowerPoint</Application>
  <PresentationFormat>Presentación en pantalla (16:9)</PresentationFormat>
  <Paragraphs>142</Paragraphs>
  <Slides>10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Métricas de Software — Ecommerce Tinkuy</dc:title>
  <dc:subject>PptxGenJS Presentation</dc:subject>
  <dc:creator>PptxGenJS</dc:creator>
  <cp:lastModifiedBy>Jeanpierre Guerra</cp:lastModifiedBy>
  <cp:revision>3</cp:revision>
  <dcterms:created xsi:type="dcterms:W3CDTF">2026-06-09T02:53:33Z</dcterms:created>
  <dcterms:modified xsi:type="dcterms:W3CDTF">2026-06-09T03:20:51Z</dcterms:modified>
</cp:coreProperties>
</file>